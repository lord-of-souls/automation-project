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92c4b8831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92c4b8831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92c4b88317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92c4b88317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92c4b88317_2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92c4b88317_2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92c4b88317_2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92c4b88317_2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Resultados das análises de tendências do Youtube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19/01/2026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/>
        </p:nvSpPr>
        <p:spPr>
          <a:xfrm>
            <a:off x="311700" y="258325"/>
            <a:ext cx="8520600" cy="7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55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Dashboard</a:t>
            </a:r>
            <a:r>
              <a:rPr lang="en" sz="2800">
                <a:solidFill>
                  <a:srgbClr val="000000"/>
                </a:solidFill>
              </a:rPr>
              <a:t>:</a:t>
            </a:r>
            <a:endParaRPr sz="2800">
              <a:solidFill>
                <a:srgbClr val="00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https://public.tableau.com/shared/3ZGDTFX22?:display_count=n&amp;:origin=viz_share_link</a:t>
            </a:r>
            <a:endParaRPr sz="2800"/>
          </a:p>
        </p:txBody>
      </p:sp>
      <p:pic>
        <p:nvPicPr>
          <p:cNvPr id="61" name="Google Shape;61;p14" title="Dashboar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49263" y="1299075"/>
            <a:ext cx="5845474" cy="3844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138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Quais categorias de vídeo foram tendências na semana passada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4389125" y="1360775"/>
            <a:ext cx="4443300" cy="320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Os </a:t>
            </a:r>
            <a:r>
              <a:rPr lang="en"/>
              <a:t>vídeos</a:t>
            </a:r>
            <a:r>
              <a:rPr lang="en"/>
              <a:t> que mais entraram nos Trendings semana passada (07 - 14 de Junho) foram videos de entretenimento, compondo cerca de 30% dos vídeos em alta</a:t>
            </a:r>
            <a:endParaRPr/>
          </a:p>
        </p:txBody>
      </p:sp>
      <p:pic>
        <p:nvPicPr>
          <p:cNvPr id="68" name="Google Shape;6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2600" y="1150322"/>
            <a:ext cx="4010700" cy="362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Como foram distribuídos entre as várias regiões?</a:t>
            </a:r>
            <a:endParaRPr sz="1250">
              <a:highlight>
                <a:srgbClr val="FFFFFF"/>
              </a:highlight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sz="1250"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4966625" y="1152475"/>
            <a:ext cx="3865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A maioria dos vídeos em alta foram registrados nos Estados Unidos, França e Russia, somente uma pequena parcela foi registrada na Ásia.</a:t>
            </a:r>
            <a:endParaRPr/>
          </a:p>
        </p:txBody>
      </p:sp>
      <p:pic>
        <p:nvPicPr>
          <p:cNvPr id="75" name="Google Shape;7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52475"/>
            <a:ext cx="4566217" cy="341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Quais categorias foram especialmente populares nos Estados Unidos?</a:t>
            </a:r>
            <a:endParaRPr>
              <a:solidFill>
                <a:srgbClr val="000000"/>
              </a:solidFill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SzPct val="44642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81" name="Google Shape;81;p17"/>
          <p:cNvSpPr txBox="1"/>
          <p:nvPr>
            <p:ph idx="1" type="body"/>
          </p:nvPr>
        </p:nvSpPr>
        <p:spPr>
          <a:xfrm>
            <a:off x="3578775" y="1342725"/>
            <a:ext cx="5253600" cy="322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Filtrando pelos Estados Unidos, vemos que as categorias mais recorrentes nos trendings foram Música e Entretenimento.	</a:t>
            </a:r>
            <a:endParaRPr/>
          </a:p>
        </p:txBody>
      </p:sp>
      <p:pic>
        <p:nvPicPr>
          <p:cNvPr id="82" name="Google Shape;82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688" y="1342725"/>
            <a:ext cx="3267075" cy="3514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